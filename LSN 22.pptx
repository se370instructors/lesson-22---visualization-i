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60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87D655-1675-4D7D-91AB-8703E41D72A1}" v="2" dt="2022-03-16T16:41:54.405"/>
    <p1510:client id="{888B0E11-6B18-4AF7-9E29-EB933B80EBDF}" v="2" dt="2022-03-16T14:45:37.593"/>
    <p1510:client id="{DE3933DD-42CD-46B1-A0C6-C4EBA4B9CADA}" v="2" dt="2022-03-16T13:58:26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0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e Kim" userId="accc2f24-e717-4f65-a7da-a2627220c4b8" providerId="ADAL" clId="{1387D655-1675-4D7D-91AB-8703E41D72A1}"/>
    <pc:docChg chg="undo redo custSel delSld modSld">
      <pc:chgData name="Jae Kim" userId="accc2f24-e717-4f65-a7da-a2627220c4b8" providerId="ADAL" clId="{1387D655-1675-4D7D-91AB-8703E41D72A1}" dt="2022-03-16T16:43:30.766" v="33" actId="20577"/>
      <pc:docMkLst>
        <pc:docMk/>
      </pc:docMkLst>
      <pc:sldChg chg="addSp delSp modSp mod setBg setClrOvrMap">
        <pc:chgData name="Jae Kim" userId="accc2f24-e717-4f65-a7da-a2627220c4b8" providerId="ADAL" clId="{1387D655-1675-4D7D-91AB-8703E41D72A1}" dt="2022-03-16T16:42:04.953" v="15" actId="26606"/>
        <pc:sldMkLst>
          <pc:docMk/>
          <pc:sldMk cId="3859366770" sldId="257"/>
        </pc:sldMkLst>
        <pc:spChg chg="mod">
          <ac:chgData name="Jae Kim" userId="accc2f24-e717-4f65-a7da-a2627220c4b8" providerId="ADAL" clId="{1387D655-1675-4D7D-91AB-8703E41D72A1}" dt="2022-03-16T16:42:04.953" v="15" actId="26606"/>
          <ac:spMkLst>
            <pc:docMk/>
            <pc:sldMk cId="3859366770" sldId="257"/>
            <ac:spMk id="2" creationId="{6CD4C77A-7A0A-7941-A1CA-5F95F3A2BFB4}"/>
          </ac:spMkLst>
        </pc:spChg>
        <pc:spChg chg="mod">
          <ac:chgData name="Jae Kim" userId="accc2f24-e717-4f65-a7da-a2627220c4b8" providerId="ADAL" clId="{1387D655-1675-4D7D-91AB-8703E41D72A1}" dt="2022-03-16T16:42:04.953" v="15" actId="26606"/>
          <ac:spMkLst>
            <pc:docMk/>
            <pc:sldMk cId="3859366770" sldId="257"/>
            <ac:spMk id="3" creationId="{C2245AB1-302F-7A4B-8D2D-E7EBE77A3307}"/>
          </ac:spMkLst>
        </pc:spChg>
        <pc:spChg chg="add">
          <ac:chgData name="Jae Kim" userId="accc2f24-e717-4f65-a7da-a2627220c4b8" providerId="ADAL" clId="{1387D655-1675-4D7D-91AB-8703E41D72A1}" dt="2022-03-16T16:42:04.953" v="15" actId="26606"/>
          <ac:spMkLst>
            <pc:docMk/>
            <pc:sldMk cId="3859366770" sldId="257"/>
            <ac:spMk id="90" creationId="{B7BD7FCF-A254-4A97-A15C-319B67622677}"/>
          </ac:spMkLst>
        </pc:spChg>
        <pc:spChg chg="add">
          <ac:chgData name="Jae Kim" userId="accc2f24-e717-4f65-a7da-a2627220c4b8" providerId="ADAL" clId="{1387D655-1675-4D7D-91AB-8703E41D72A1}" dt="2022-03-16T16:42:04.953" v="15" actId="26606"/>
          <ac:spMkLst>
            <pc:docMk/>
            <pc:sldMk cId="3859366770" sldId="257"/>
            <ac:spMk id="92" creationId="{52FFAF72-6204-4676-9C6F-9A4CC4D91805}"/>
          </ac:spMkLst>
        </pc:spChg>
        <pc:spChg chg="del">
          <ac:chgData name="Jae Kim" userId="accc2f24-e717-4f65-a7da-a2627220c4b8" providerId="ADAL" clId="{1387D655-1675-4D7D-91AB-8703E41D72A1}" dt="2022-03-16T16:42:04.953" v="15" actId="26606"/>
          <ac:spMkLst>
            <pc:docMk/>
            <pc:sldMk cId="3859366770" sldId="257"/>
            <ac:spMk id="1045" creationId="{E49CC64F-7275-4E33-961B-0C5CDC439875}"/>
          </ac:spMkLst>
        </pc:spChg>
        <pc:picChg chg="add mod">
          <ac:chgData name="Jae Kim" userId="accc2f24-e717-4f65-a7da-a2627220c4b8" providerId="ADAL" clId="{1387D655-1675-4D7D-91AB-8703E41D72A1}" dt="2022-03-16T16:42:04.953" v="15" actId="26606"/>
          <ac:picMkLst>
            <pc:docMk/>
            <pc:sldMk cId="3859366770" sldId="257"/>
            <ac:picMk id="4" creationId="{8BD2AA1E-C3F3-4B28-B321-A83E475DFC1E}"/>
          </ac:picMkLst>
        </pc:picChg>
        <pc:picChg chg="del">
          <ac:chgData name="Jae Kim" userId="accc2f24-e717-4f65-a7da-a2627220c4b8" providerId="ADAL" clId="{1387D655-1675-4D7D-91AB-8703E41D72A1}" dt="2022-03-16T16:41:53.912" v="13" actId="478"/>
          <ac:picMkLst>
            <pc:docMk/>
            <pc:sldMk cId="3859366770" sldId="257"/>
            <ac:picMk id="1026" creationId="{ACD73D5C-6C30-45C1-8D5C-3E70144B1802}"/>
          </ac:picMkLst>
        </pc:picChg>
      </pc:sldChg>
      <pc:sldChg chg="del">
        <pc:chgData name="Jae Kim" userId="accc2f24-e717-4f65-a7da-a2627220c4b8" providerId="ADAL" clId="{1387D655-1675-4D7D-91AB-8703E41D72A1}" dt="2022-03-16T16:40:01.934" v="0" actId="47"/>
        <pc:sldMkLst>
          <pc:docMk/>
          <pc:sldMk cId="289278416" sldId="258"/>
        </pc:sldMkLst>
      </pc:sldChg>
      <pc:sldChg chg="addSp delSp modSp mod">
        <pc:chgData name="Jae Kim" userId="accc2f24-e717-4f65-a7da-a2627220c4b8" providerId="ADAL" clId="{1387D655-1675-4D7D-91AB-8703E41D72A1}" dt="2022-03-16T16:43:30.766" v="33" actId="20577"/>
        <pc:sldMkLst>
          <pc:docMk/>
          <pc:sldMk cId="2891860099" sldId="259"/>
        </pc:sldMkLst>
        <pc:spChg chg="mod">
          <ac:chgData name="Jae Kim" userId="accc2f24-e717-4f65-a7da-a2627220c4b8" providerId="ADAL" clId="{1387D655-1675-4D7D-91AB-8703E41D72A1}" dt="2022-03-16T16:43:30.766" v="33" actId="20577"/>
          <ac:spMkLst>
            <pc:docMk/>
            <pc:sldMk cId="2891860099" sldId="259"/>
            <ac:spMk id="7" creationId="{55661805-6A49-403C-979A-6A19F94C7216}"/>
          </ac:spMkLst>
        </pc:spChg>
        <pc:picChg chg="add del">
          <ac:chgData name="Jae Kim" userId="accc2f24-e717-4f65-a7da-a2627220c4b8" providerId="ADAL" clId="{1387D655-1675-4D7D-91AB-8703E41D72A1}" dt="2022-03-16T16:41:01.689" v="10" actId="22"/>
          <ac:picMkLst>
            <pc:docMk/>
            <pc:sldMk cId="2891860099" sldId="259"/>
            <ac:picMk id="4" creationId="{CECF18B2-1838-4A42-AA7C-E04A7CE6255A}"/>
          </ac:picMkLst>
        </pc:picChg>
      </pc:sldChg>
      <pc:sldChg chg="modSp mod">
        <pc:chgData name="Jae Kim" userId="accc2f24-e717-4f65-a7da-a2627220c4b8" providerId="ADAL" clId="{1387D655-1675-4D7D-91AB-8703E41D72A1}" dt="2022-03-16T16:40:09.637" v="2" actId="20577"/>
        <pc:sldMkLst>
          <pc:docMk/>
          <pc:sldMk cId="1965210602" sldId="260"/>
        </pc:sldMkLst>
        <pc:spChg chg="mod">
          <ac:chgData name="Jae Kim" userId="accc2f24-e717-4f65-a7da-a2627220c4b8" providerId="ADAL" clId="{1387D655-1675-4D7D-91AB-8703E41D72A1}" dt="2022-03-16T16:40:09.637" v="2" actId="20577"/>
          <ac:spMkLst>
            <pc:docMk/>
            <pc:sldMk cId="1965210602" sldId="260"/>
            <ac:spMk id="7" creationId="{55661805-6A49-403C-979A-6A19F94C7216}"/>
          </ac:spMkLst>
        </pc:spChg>
      </pc:sldChg>
    </pc:docChg>
  </pc:docChgLst>
  <pc:docChgLst>
    <pc:chgData name="Jae Kim" userId="accc2f24-e717-4f65-a7da-a2627220c4b8" providerId="ADAL" clId="{5B18486E-89B6-45C7-8050-09CBE85832AD}"/>
    <pc:docChg chg="modSld">
      <pc:chgData name="Jae Kim" userId="accc2f24-e717-4f65-a7da-a2627220c4b8" providerId="ADAL" clId="{5B18486E-89B6-45C7-8050-09CBE85832AD}" dt="2022-03-16T16:44:47.373" v="19" actId="20577"/>
      <pc:docMkLst>
        <pc:docMk/>
      </pc:docMkLst>
      <pc:sldChg chg="modSp mod">
        <pc:chgData name="Jae Kim" userId="accc2f24-e717-4f65-a7da-a2627220c4b8" providerId="ADAL" clId="{5B18486E-89B6-45C7-8050-09CBE85832AD}" dt="2022-03-16T16:44:47.373" v="19" actId="20577"/>
        <pc:sldMkLst>
          <pc:docMk/>
          <pc:sldMk cId="3859366770" sldId="257"/>
        </pc:sldMkLst>
        <pc:spChg chg="mod">
          <ac:chgData name="Jae Kim" userId="accc2f24-e717-4f65-a7da-a2627220c4b8" providerId="ADAL" clId="{5B18486E-89B6-45C7-8050-09CBE85832AD}" dt="2022-03-16T16:44:47.373" v="19" actId="20577"/>
          <ac:spMkLst>
            <pc:docMk/>
            <pc:sldMk cId="3859366770" sldId="257"/>
            <ac:spMk id="2" creationId="{6CD4C77A-7A0A-7941-A1CA-5F95F3A2BFB4}"/>
          </ac:spMkLst>
        </pc:spChg>
      </pc:sldChg>
    </pc:docChg>
  </pc:docChgLst>
  <pc:docChgLst>
    <pc:chgData name="Jae Kim" userId="accc2f24-e717-4f65-a7da-a2627220c4b8" providerId="ADAL" clId="{888B0E11-6B18-4AF7-9E29-EB933B80EBDF}"/>
    <pc:docChg chg="undo custSel addSld modSld">
      <pc:chgData name="Jae Kim" userId="accc2f24-e717-4f65-a7da-a2627220c4b8" providerId="ADAL" clId="{888B0E11-6B18-4AF7-9E29-EB933B80EBDF}" dt="2022-03-16T14:49:07.399" v="37" actId="1076"/>
      <pc:docMkLst>
        <pc:docMk/>
      </pc:docMkLst>
      <pc:sldChg chg="addSp delSp modSp mod">
        <pc:chgData name="Jae Kim" userId="accc2f24-e717-4f65-a7da-a2627220c4b8" providerId="ADAL" clId="{888B0E11-6B18-4AF7-9E29-EB933B80EBDF}" dt="2022-03-16T14:49:07.399" v="37" actId="1076"/>
        <pc:sldMkLst>
          <pc:docMk/>
          <pc:sldMk cId="289278416" sldId="258"/>
        </pc:sldMkLst>
        <pc:spChg chg="mod">
          <ac:chgData name="Jae Kim" userId="accc2f24-e717-4f65-a7da-a2627220c4b8" providerId="ADAL" clId="{888B0E11-6B18-4AF7-9E29-EB933B80EBDF}" dt="2022-03-16T14:44:46.575" v="9" actId="20577"/>
          <ac:spMkLst>
            <pc:docMk/>
            <pc:sldMk cId="289278416" sldId="258"/>
            <ac:spMk id="2" creationId="{BE15C283-6C3C-394B-90E4-5599ADAE3806}"/>
          </ac:spMkLst>
        </pc:spChg>
        <pc:spChg chg="mod">
          <ac:chgData name="Jae Kim" userId="accc2f24-e717-4f65-a7da-a2627220c4b8" providerId="ADAL" clId="{888B0E11-6B18-4AF7-9E29-EB933B80EBDF}" dt="2022-03-16T14:45:26.821" v="14"/>
          <ac:spMkLst>
            <pc:docMk/>
            <pc:sldMk cId="289278416" sldId="258"/>
            <ac:spMk id="7" creationId="{55661805-6A49-403C-979A-6A19F94C7216}"/>
          </ac:spMkLst>
        </pc:spChg>
        <pc:spChg chg="add del">
          <ac:chgData name="Jae Kim" userId="accc2f24-e717-4f65-a7da-a2627220c4b8" providerId="ADAL" clId="{888B0E11-6B18-4AF7-9E29-EB933B80EBDF}" dt="2022-03-16T14:45:25.639" v="12" actId="22"/>
          <ac:spMkLst>
            <pc:docMk/>
            <pc:sldMk cId="289278416" sldId="258"/>
            <ac:spMk id="8" creationId="{BC44F135-B97F-48AB-A3B7-7CE58C1962CB}"/>
          </ac:spMkLst>
        </pc:spChg>
        <pc:spChg chg="add mod">
          <ac:chgData name="Jae Kim" userId="accc2f24-e717-4f65-a7da-a2627220c4b8" providerId="ADAL" clId="{888B0E11-6B18-4AF7-9E29-EB933B80EBDF}" dt="2022-03-16T14:49:07.399" v="37" actId="1076"/>
          <ac:spMkLst>
            <pc:docMk/>
            <pc:sldMk cId="289278416" sldId="258"/>
            <ac:spMk id="13" creationId="{EB80C73F-3070-4C57-A180-943B96FAFB65}"/>
          </ac:spMkLst>
        </pc:spChg>
        <pc:picChg chg="add mod">
          <ac:chgData name="Jae Kim" userId="accc2f24-e717-4f65-a7da-a2627220c4b8" providerId="ADAL" clId="{888B0E11-6B18-4AF7-9E29-EB933B80EBDF}" dt="2022-03-16T14:47:35.862" v="32" actId="1076"/>
          <ac:picMkLst>
            <pc:docMk/>
            <pc:sldMk cId="289278416" sldId="258"/>
            <ac:picMk id="5" creationId="{7E859A5F-3163-45D3-85DB-58F954BD3B24}"/>
          </ac:picMkLst>
        </pc:picChg>
      </pc:sldChg>
      <pc:sldChg chg="add">
        <pc:chgData name="Jae Kim" userId="accc2f24-e717-4f65-a7da-a2627220c4b8" providerId="ADAL" clId="{888B0E11-6B18-4AF7-9E29-EB933B80EBDF}" dt="2022-03-16T14:44:42.243" v="0"/>
        <pc:sldMkLst>
          <pc:docMk/>
          <pc:sldMk cId="1965210602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FDDAD-99D8-482D-8027-83224C6EE839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9F6E0-A6CA-4BC8-9801-879F269E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7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818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04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25E-B450-4B47-9086-D1A5889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A98-CAED-7B42-83A1-C36BAC8C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632-3BF5-A74D-9A9B-328EB36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A1BC-FCF3-D04D-8D92-5D04649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6967-DDD4-2146-8B28-60DEE72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66-A19E-244E-865E-76E8EF06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25A97-5D57-364D-A6C1-D1E050789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50-11DD-7646-9061-7597D075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4FB-5425-764F-A32D-1C8EE77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CC0E-7DF7-814E-958D-254B9DD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17FDA-6A06-F148-A178-D9331A56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8488-B2EA-424F-94FE-D7196CB0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5AFB-9AC3-1A40-A583-C1C2E7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16590CDB-9F90-AC46-8630-40CB7CA43A76}" type="datetimeFigureOut">
              <a:rPr lang="en-US" smtClean="0"/>
              <a:pPr/>
              <a:t>3/16/2022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1111-5A48-6F49-A2C6-C07FFB65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65380-A4BB-4D49-9E70-B837F190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2C84C9D7-ABF0-8347-BFC1-F8F606D381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4C77A-7A0A-7941-A1CA-5F95F3A2B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Roboto" panose="02000000000000000000" pitchFamily="2" charset="0"/>
                <a:ea typeface="Roboto" panose="02000000000000000000" pitchFamily="2" charset="0"/>
              </a:rPr>
              <a:t>Lesson </a:t>
            </a:r>
            <a:r>
              <a:rPr lang="en-US" sz="4400" dirty="0">
                <a:ea typeface="Roboto" panose="02000000000000000000" pitchFamily="2" charset="0"/>
              </a:rPr>
              <a:t>22</a:t>
            </a:r>
            <a:r>
              <a:rPr lang="en-US" sz="4400" dirty="0"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sz="4400"/>
              <a:t>Data Visualization I</a:t>
            </a:r>
            <a:endParaRPr lang="en-US" sz="4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5AB1-302F-7A4B-8D2D-E7EBE77A3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US" sz="1500">
                <a:latin typeface="Roboto" panose="02000000000000000000" pitchFamily="2" charset="0"/>
                <a:ea typeface="Roboto" panose="02000000000000000000" pitchFamily="2" charset="0"/>
              </a:rPr>
              <a:t>SE370 – Computer-Aided Systems Engineering</a:t>
            </a:r>
          </a:p>
          <a:p>
            <a:pPr algn="l"/>
            <a:r>
              <a:rPr lang="en-US" sz="1500">
                <a:latin typeface="Roboto" panose="02000000000000000000" pitchFamily="2" charset="0"/>
                <a:ea typeface="Roboto" panose="02000000000000000000" pitchFamily="2" charset="0"/>
              </a:rPr>
              <a:t>MAJ Jae Kim DSE- Instructor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BD2AA1E-C3F3-4B28-B321-A83E475DF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72618" y="643467"/>
            <a:ext cx="4809550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36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Today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2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Lesson 22: Data Visualization 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1. Visualize and summarize data using ggplot2 for data exploration (or hypothesis generation)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 Understand and apply facets and aesthetics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3. Use different geometric objects ("</a:t>
            </a:r>
            <a:r>
              <a:rPr lang="en-US" sz="3200" dirty="0" err="1"/>
              <a:t>geoms</a:t>
            </a:r>
            <a:r>
              <a:rPr lang="en-US" sz="3200" dirty="0"/>
              <a:t>") to represent data </a:t>
            </a: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65210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Next Time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3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Lesson 23: Data Visualization II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"1. Create scatterplots, bar charts, and boxplots </a:t>
            </a:r>
            <a:r>
              <a:rPr lang="en-US" sz="3200"/>
              <a:t>using ggplot2</a:t>
            </a:r>
            <a:endParaRPr lang="en-U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 Produce a journal quality graph/plot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3. Arrange and export plots in high resolution"</a:t>
            </a:r>
          </a:p>
        </p:txBody>
      </p:sp>
    </p:spTree>
    <p:extLst>
      <p:ext uri="{BB962C8B-B14F-4D97-AF65-F5344CB8AC3E}">
        <p14:creationId xmlns:p14="http://schemas.microsoft.com/office/powerpoint/2010/main" val="289186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104</Words>
  <Application>Microsoft Office PowerPoint</Application>
  <PresentationFormat>Widescreen</PresentationFormat>
  <Paragraphs>20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Roboto</vt:lpstr>
      <vt:lpstr>Office Theme</vt:lpstr>
      <vt:lpstr>Lesson 22: Data Visualization I</vt:lpstr>
      <vt:lpstr>Today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12: Control Structures II</dc:title>
  <dc:creator>MacGibbon, James E CPT</dc:creator>
  <cp:lastModifiedBy>Jae Kim</cp:lastModifiedBy>
  <cp:revision>4</cp:revision>
  <dcterms:created xsi:type="dcterms:W3CDTF">2022-02-03T16:03:15Z</dcterms:created>
  <dcterms:modified xsi:type="dcterms:W3CDTF">2022-03-16T16:44:48Z</dcterms:modified>
</cp:coreProperties>
</file>